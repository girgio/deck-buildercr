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462B"/>
    <a:srgbClr val="875F29"/>
    <a:srgbClr val="FEC200"/>
    <a:srgbClr val="B2B2B2"/>
    <a:srgbClr val="CC9B00"/>
    <a:srgbClr val="DAA5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A44B6D-063E-4B12-93E0-CC6EC9177B09}" v="260" dt="2026-01-27T00:40:44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973E77-B6F3-8AB4-D779-7750E4243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D4F22A9-FB23-B9E4-49AA-A433122C2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CA3E41-394C-9B73-3A49-9956CCDB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3415C6-CF99-3364-3248-117BB75A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A2B339-432B-6095-0BEA-624ECB5A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039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B756E6-77D9-C584-3970-F990438A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E52D70-C3BB-4FEE-F051-BD606ABC7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0EE23C-B8FF-A326-EE81-FD1CE70D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A212D2-38B9-5BF8-834B-17C93AEF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F4B52B-2235-C9D4-BFCD-FEA9A24D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808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1822EB-E7BF-1CB2-281E-76FE5618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F3A141-0DF9-A1F2-7F27-DEF96CE8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170FAF-0375-5F53-2A99-4E091D05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8D2969-7ED9-162D-408B-996E0BD4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447688-DBC8-17E4-4DD9-B6DED2CF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5358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293AC7-BC11-9E70-2B57-8EB3D065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9F46A2-3208-959A-5A98-D1B796303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B43F8DA-2F76-F56D-1A0E-DE8AF98AD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04EDED-202E-DF36-FE87-646747D8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C6A2ED4-1B99-DF8E-6586-D2DC1FF4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7959D28-AEA0-157E-FC58-E9397CF1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241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24E0F6-E0F7-A6F7-6456-9AB1DA2E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2F60727-8220-F29E-5816-2B0427977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B286CA-62A0-F964-147A-C9CFC986B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2BEDEA1-46F1-2300-B1CD-2F7C50CE1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5A58068-0BAE-661B-39C4-B67F7AB8E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8FCAAE7-7393-F86E-EA27-DE6493F4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A93F7FB-FF73-9C06-D01A-B53B98FA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6121393-C954-8951-2A13-CA230C48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715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840D9-88A7-9A37-1805-C22192F7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E471388-80C9-A345-6DA0-BE29658C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A68AFA5-E321-F9E5-9786-D25EBFBD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715625F-A2BD-76F6-CDE4-8ABCA515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295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E89689D-5970-9F73-9897-65D58DB61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DA2A61A-0A1A-0E17-A21C-D0427E30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822305-8355-1D62-4DA1-821077ED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831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7603C0-998A-4392-E675-7C4621A5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F6EACF-4445-2506-0EA8-334C9560E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4FBAEEE-283E-4241-D0B2-2E867C78F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CEE63A4-6A1E-E13D-BC70-FA6AD1C5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A12054-A96E-1771-CFE7-3F295F8D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9ECB87-4249-29A3-F45F-35A0A054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34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B11BBD-0439-8B1C-CD0F-2DDCDEBA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A6983EC-8465-6339-24C4-727E4C5030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00543C4-85EF-3A45-4724-E4D6EFB04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FBB096-76C2-25BB-0A73-B6A06315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FBCC244-2895-D5E3-D135-0155A381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9220B61-4699-05F6-45FD-E71F05F8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375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82EE25-7A71-A8E7-B8D6-D2BBCAB8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1B93629-AA7B-EC74-94B1-B93058131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910E38-0EEE-BE7F-8139-B6AB7CC0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C5678A-96CF-8EED-9483-1AD96D15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FD9316-8FAA-0119-A30F-34029DD1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57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2DDA7DE-5868-7390-C82A-DDE99F62D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29915B2-EED5-82D8-D6FD-D47D9D1A9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C936C7-C746-D5B0-5189-5B580E8B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CA5E2B-70AD-CC6E-3AD8-4410D8CA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BC14EF-2A80-AFDE-DDD4-D2A7E4D3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645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4E01E23-FC35-40C9-9925-A6A88AF5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2CD7EF6-5391-404B-F507-BB5F372B2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878264-D95C-AE89-90E6-C16D9007B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AA534E-B026-1674-F7EA-DE29E6893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5EDD6F-9FF5-72B8-EFF8-215371373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67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2.jpe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.jpe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9D5304-9C72-1AAA-EE7A-A3B6C2743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92714BB-ACCE-3BA9-2E24-D84406525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3C5EF611-2C92-42F5-22A7-0FF5DF4E6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0" name="Immagine 9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5DC6CF22-9F29-5A08-3533-B7D10BFD6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860" y="1889250"/>
            <a:ext cx="2568464" cy="2568464"/>
          </a:xfrm>
          <a:prstGeom prst="rect">
            <a:avLst/>
          </a:prstGeom>
        </p:spPr>
      </p:pic>
      <p:pic>
        <p:nvPicPr>
          <p:cNvPr id="12" name="Immagine 11" descr="Immagine che contiene emblema, simbolo, vestiti, cresta&#10;&#10;Il contenuto generato dall'IA potrebbe non essere corretto.">
            <a:extLst>
              <a:ext uri="{FF2B5EF4-FFF2-40B4-BE49-F238E27FC236}">
                <a16:creationId xmlns:a16="http://schemas.microsoft.com/office/drawing/2014/main" id="{2E3AAAF5-AA66-F44C-F298-5AA3B389E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83415"/>
            <a:ext cx="1335654" cy="1335654"/>
          </a:xfrm>
          <a:prstGeom prst="rect">
            <a:avLst/>
          </a:prstGeom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8CEB0D8F-0C08-5C1D-8620-FBF79548B238}"/>
              </a:ext>
            </a:extLst>
          </p:cNvPr>
          <p:cNvSpPr/>
          <p:nvPr/>
        </p:nvSpPr>
        <p:spPr>
          <a:xfrm>
            <a:off x="4998669" y="2307738"/>
            <a:ext cx="2877711" cy="101566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it-IT" sz="60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ou Blockhead" panose="03020502050602020205" pitchFamily="66" charset="0"/>
              </a:rPr>
              <a:t>Deck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F053586-2712-CFA6-90CF-20EAAD4C3B0C}"/>
              </a:ext>
            </a:extLst>
          </p:cNvPr>
          <p:cNvSpPr txBox="1"/>
          <p:nvPr/>
        </p:nvSpPr>
        <p:spPr>
          <a:xfrm>
            <a:off x="676885" y="3065376"/>
            <a:ext cx="7199495" cy="92333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B</a:t>
            </a:r>
            <a:r>
              <a:rPr lang="it-IT" sz="5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uilder</a:t>
            </a:r>
            <a:r>
              <a:rPr kumimoji="0" lang="it-IT" sz="54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CR</a:t>
            </a:r>
          </a:p>
        </p:txBody>
      </p:sp>
      <p:pic>
        <p:nvPicPr>
          <p:cNvPr id="22" name="Immagine 21" descr="Immagine che contiene quadrato, Simmetria, arte, modello">
            <a:extLst>
              <a:ext uri="{FF2B5EF4-FFF2-40B4-BE49-F238E27FC236}">
                <a16:creationId xmlns:a16="http://schemas.microsoft.com/office/drawing/2014/main" id="{6F6C5A0D-119A-F275-70C4-2382BE5834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342" y="4969457"/>
            <a:ext cx="2794420" cy="1745500"/>
          </a:xfrm>
          <a:prstGeom prst="rect">
            <a:avLst/>
          </a:prstGeom>
        </p:spPr>
      </p:pic>
      <p:pic>
        <p:nvPicPr>
          <p:cNvPr id="26" name="Immagine 25" descr="Immagine che contiene quadrato, Simmetria, arte, modello">
            <a:extLst>
              <a:ext uri="{FF2B5EF4-FFF2-40B4-BE49-F238E27FC236}">
                <a16:creationId xmlns:a16="http://schemas.microsoft.com/office/drawing/2014/main" id="{4C1F0DBA-C75B-670C-2AD4-929AFB2BB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104" y="4976707"/>
            <a:ext cx="2794420" cy="1745500"/>
          </a:xfrm>
          <a:prstGeom prst="rect">
            <a:avLst/>
          </a:prstGeom>
        </p:spPr>
      </p:pic>
      <p:pic>
        <p:nvPicPr>
          <p:cNvPr id="11" name="Immagine 10" descr="Immagine che contiene cartone animato, giocattolo, Personaggio immaginario, robot&#10;&#10;Il contenuto generato dall'IA potrebbe non essere corretto.">
            <a:extLst>
              <a:ext uri="{FF2B5EF4-FFF2-40B4-BE49-F238E27FC236}">
                <a16:creationId xmlns:a16="http://schemas.microsoft.com/office/drawing/2014/main" id="{D37EF534-9C16-742C-DF13-BDBC72155E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952" y="5226473"/>
            <a:ext cx="1083450" cy="1245968"/>
          </a:xfrm>
          <a:prstGeom prst="rect">
            <a:avLst/>
          </a:prstGeom>
        </p:spPr>
      </p:pic>
      <p:pic>
        <p:nvPicPr>
          <p:cNvPr id="18" name="Immagine 17" descr="Immagine che contiene Personaggio immaginario, Animazione, Cartoni animati, narrativa&#10;&#10;Il contenuto generato dall'IA potrebbe non essere corretto.">
            <a:extLst>
              <a:ext uri="{FF2B5EF4-FFF2-40B4-BE49-F238E27FC236}">
                <a16:creationId xmlns:a16="http://schemas.microsoft.com/office/drawing/2014/main" id="{F8BE58BE-3052-939C-4C9E-4704C5519F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445" y="5257800"/>
            <a:ext cx="1847977" cy="1154317"/>
          </a:xfrm>
          <a:prstGeom prst="rect">
            <a:avLst/>
          </a:prstGeom>
        </p:spPr>
      </p:pic>
      <p:pic>
        <p:nvPicPr>
          <p:cNvPr id="27" name="Immagine 26" descr="Immagine che contiene quadrato, Simmetria, arte, modello">
            <a:extLst>
              <a:ext uri="{FF2B5EF4-FFF2-40B4-BE49-F238E27FC236}">
                <a16:creationId xmlns:a16="http://schemas.microsoft.com/office/drawing/2014/main" id="{05E31AA0-1399-FE5C-6AA7-CACABD76B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465" y="4969457"/>
            <a:ext cx="2794420" cy="1745500"/>
          </a:xfrm>
          <a:prstGeom prst="rect">
            <a:avLst/>
          </a:prstGeom>
        </p:spPr>
      </p:pic>
      <p:pic>
        <p:nvPicPr>
          <p:cNvPr id="8" name="Immagine 7" descr="Immagine che contiene persona, cartone animato, giocattolo&#10;&#10;Il contenuto generato dall'IA potrebbe non essere corretto.">
            <a:extLst>
              <a:ext uri="{FF2B5EF4-FFF2-40B4-BE49-F238E27FC236}">
                <a16:creationId xmlns:a16="http://schemas.microsoft.com/office/drawing/2014/main" id="{B1E09F21-BC2D-42E6-564C-95DF9AE7D0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233" y="5240103"/>
            <a:ext cx="733565" cy="1288017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F54E207-6F6B-EF07-21F2-7095C974793E}"/>
              </a:ext>
            </a:extLst>
          </p:cNvPr>
          <p:cNvSpPr txBox="1"/>
          <p:nvPr/>
        </p:nvSpPr>
        <p:spPr>
          <a:xfrm>
            <a:off x="2675547" y="4459209"/>
            <a:ext cx="2230009" cy="523220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it-IT" sz="1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Giovanni </a:t>
            </a:r>
          </a:p>
          <a:p>
            <a:pPr algn="ctr"/>
            <a:r>
              <a:rPr lang="it-IT" sz="1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De Caro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B14A7B1-7DE1-6A84-36E7-B5B98D42E206}"/>
              </a:ext>
            </a:extLst>
          </p:cNvPr>
          <p:cNvSpPr txBox="1"/>
          <p:nvPr/>
        </p:nvSpPr>
        <p:spPr>
          <a:xfrm>
            <a:off x="4888310" y="4432305"/>
            <a:ext cx="218468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85000"/>
                  </a:prst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Francesco </a:t>
            </a:r>
            <a:r>
              <a:rPr kumimoji="0" lang="it-IT" sz="1400" b="1" i="0" u="none" strike="noStrike" kern="1200" cap="none" spc="0" normalizeH="0" baseline="0" noProof="0" dirty="0" err="1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85000"/>
                  </a:prst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Maistirni</a:t>
            </a:r>
            <a:endParaRPr kumimoji="0" lang="it-IT" sz="14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prstClr val="white">
                  <a:lumMod val="85000"/>
                </a:prstClr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DC5D8F0-9CF3-135A-A7DC-4F1474B5DB37}"/>
              </a:ext>
            </a:extLst>
          </p:cNvPr>
          <p:cNvSpPr txBox="1"/>
          <p:nvPr/>
        </p:nvSpPr>
        <p:spPr>
          <a:xfrm>
            <a:off x="7224025" y="4437128"/>
            <a:ext cx="1633299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85000"/>
                  </a:prst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Mauro Gorga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A06095C9-98E4-8A85-B31E-3B12D5125481}"/>
              </a:ext>
            </a:extLst>
          </p:cNvPr>
          <p:cNvSpPr/>
          <p:nvPr/>
        </p:nvSpPr>
        <p:spPr>
          <a:xfrm>
            <a:off x="-45757" y="0"/>
            <a:ext cx="4691237" cy="707886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20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Corso di Fondamenti di</a:t>
            </a:r>
          </a:p>
          <a:p>
            <a:r>
              <a:rPr lang="it-IT" sz="20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Intelligenza artificiale</a:t>
            </a:r>
            <a:endParaRPr lang="it-IT" sz="20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You Blockhead" panose="030205020506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86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85EBC2-F216-85DE-5F39-CA4D29B0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5E945887-EA56-9387-875B-C2D7858A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Segnaposto contenuto 5" descr="Immagine che contiene giocattolo, Personaggio immaginario, Animazione, figurina&#10;&#10;Il contenuto generato dall'IA potrebbe non essere corretto.">
            <a:extLst>
              <a:ext uri="{FF2B5EF4-FFF2-40B4-BE49-F238E27FC236}">
                <a16:creationId xmlns:a16="http://schemas.microsoft.com/office/drawing/2014/main" id="{73B8DFD0-6E1C-2205-F5EA-080C99019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731" y="2929731"/>
            <a:ext cx="4109244" cy="4109244"/>
          </a:xfrm>
        </p:spPr>
      </p:pic>
      <p:pic>
        <p:nvPicPr>
          <p:cNvPr id="8" name="Immagine 7" descr="Immagine che contiene clipart, Elementi grafici, cartone animato, grafica&#10;&#10;Il contenuto generato dall'IA potrebbe non essere corretto.">
            <a:extLst>
              <a:ext uri="{FF2B5EF4-FFF2-40B4-BE49-F238E27FC236}">
                <a16:creationId xmlns:a16="http://schemas.microsoft.com/office/drawing/2014/main" id="{29B59904-8B2F-3C3B-9356-70FDE1CA3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00925" y="3781451"/>
            <a:ext cx="2641600" cy="1868723"/>
          </a:xfrm>
          <a:prstGeom prst="rect">
            <a:avLst/>
          </a:prstGeom>
        </p:spPr>
      </p:pic>
      <p:pic>
        <p:nvPicPr>
          <p:cNvPr id="10" name="Immagine 9" descr="Immagine che contiene testo, schermata, slot machin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8A876D86-77C4-F1D3-E35C-0582310EE1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83" b="54754"/>
          <a:stretch>
            <a:fillRect/>
          </a:stretch>
        </p:blipFill>
        <p:spPr>
          <a:xfrm>
            <a:off x="1191629" y="1448444"/>
            <a:ext cx="3346241" cy="607370"/>
          </a:xfrm>
          <a:prstGeom prst="rect">
            <a:avLst/>
          </a:prstGeom>
        </p:spPr>
      </p:pic>
      <p:pic>
        <p:nvPicPr>
          <p:cNvPr id="12" name="Immagine 11" descr="Immagine che contiene Viso umano, cartone animato, Cartoni animati, schermata&#10;&#10;Il contenuto generato dall'IA potrebbe non essere corretto.">
            <a:extLst>
              <a:ext uri="{FF2B5EF4-FFF2-40B4-BE49-F238E27FC236}">
                <a16:creationId xmlns:a16="http://schemas.microsoft.com/office/drawing/2014/main" id="{6AF7E512-1179-5665-FCEF-3DBF6BBA32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298" y="4984353"/>
            <a:ext cx="2133303" cy="1582911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B08C66B-916F-99DD-8B27-AA9A9C90FA81}"/>
              </a:ext>
            </a:extLst>
          </p:cNvPr>
          <p:cNvSpPr txBox="1"/>
          <p:nvPr/>
        </p:nvSpPr>
        <p:spPr>
          <a:xfrm>
            <a:off x="-245163" y="904013"/>
            <a:ext cx="6219824" cy="584775"/>
          </a:xfrm>
          <a:prstGeom prst="rect">
            <a:avLst/>
          </a:prstGeom>
          <a:noFill/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7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ou Blockhead" panose="03020502050602020205" pitchFamily="66" charset="0"/>
              </a:rPr>
              <a:t>121 CARTE!!</a:t>
            </a:r>
            <a:endParaRPr kumimoji="0" lang="it-IT" sz="32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prstClr val="white">
                  <a:lumMod val="7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52E3B6D8-13C5-9704-D48C-AEA0A19FCCF3}"/>
              </a:ext>
            </a:extLst>
          </p:cNvPr>
          <p:cNvSpPr/>
          <p:nvPr/>
        </p:nvSpPr>
        <p:spPr>
          <a:xfrm>
            <a:off x="2507111" y="2594701"/>
            <a:ext cx="715274" cy="1630320"/>
          </a:xfrm>
          <a:prstGeom prst="down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endParaRPr lang="it-IT"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3C491CD-F2DD-B55D-288A-62A86C972DA0}"/>
              </a:ext>
            </a:extLst>
          </p:cNvPr>
          <p:cNvSpPr txBox="1"/>
          <p:nvPr/>
        </p:nvSpPr>
        <p:spPr>
          <a:xfrm>
            <a:off x="-227845" y="4538840"/>
            <a:ext cx="6323844" cy="353943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lvl="0" algn="ctr">
              <a:defRPr/>
            </a:pPr>
            <a:r>
              <a:rPr lang="it-IT" sz="17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ou Blockhead" panose="03020502050602020205" pitchFamily="66" charset="0"/>
              </a:rPr>
              <a:t>899.749.479.915 deck possibili!</a:t>
            </a:r>
            <a:endParaRPr kumimoji="0" lang="it-IT" sz="1700" b="1" i="0" u="none" strike="noStrike" kern="1200" cap="none" spc="0" normalizeH="0" baseline="0" noProof="0" dirty="0">
              <a:ln w="9525">
                <a:noFill/>
                <a:prstDash val="solid"/>
              </a:ln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18" name="Fumetto: rettangolo con angoli arrotondati 17">
            <a:extLst>
              <a:ext uri="{FF2B5EF4-FFF2-40B4-BE49-F238E27FC236}">
                <a16:creationId xmlns:a16="http://schemas.microsoft.com/office/drawing/2014/main" id="{B2A41347-A0DF-A81E-D236-474953BDDA21}"/>
              </a:ext>
            </a:extLst>
          </p:cNvPr>
          <p:cNvSpPr/>
          <p:nvPr/>
        </p:nvSpPr>
        <p:spPr>
          <a:xfrm flipH="1">
            <a:off x="7599604" y="1276539"/>
            <a:ext cx="3346242" cy="2044469"/>
          </a:xfrm>
          <a:prstGeom prst="wedgeRoundRectCallou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noFill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D803CF5-AA23-D8A7-F60E-8F36DB7BE2E5}"/>
              </a:ext>
            </a:extLst>
          </p:cNvPr>
          <p:cNvSpPr txBox="1"/>
          <p:nvPr/>
        </p:nvSpPr>
        <p:spPr>
          <a:xfrm>
            <a:off x="6099738" y="1475347"/>
            <a:ext cx="6337424" cy="15696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Ho appena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You Blockhead" panose="03020502050602020205" pitchFamily="66" charset="0"/>
              </a:rPr>
              <a:t>iniziato 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giocare</a:t>
            </a:r>
          </a:p>
        </p:txBody>
      </p:sp>
    </p:spTree>
    <p:extLst>
      <p:ext uri="{BB962C8B-B14F-4D97-AF65-F5344CB8AC3E}">
        <p14:creationId xmlns:p14="http://schemas.microsoft.com/office/powerpoint/2010/main" val="180741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230EB-1898-FA42-7FAE-E39E7ABA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3FCFDF29-A457-397C-4287-71F518B0F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Segnaposto contenuto 8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4EB31BF2-00CC-529B-8734-061FD249A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4" b="36655"/>
          <a:stretch>
            <a:fillRect/>
          </a:stretch>
        </p:blipFill>
        <p:spPr>
          <a:xfrm>
            <a:off x="1021836" y="692499"/>
            <a:ext cx="2292864" cy="2452328"/>
          </a:xfrm>
        </p:spPr>
      </p:pic>
      <p:pic>
        <p:nvPicPr>
          <p:cNvPr id="5" name="Immagine 4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52863848-80D5-F247-9052-CBE118B98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704" y="1027906"/>
            <a:ext cx="1670589" cy="1670589"/>
          </a:xfrm>
          <a:prstGeom prst="rect">
            <a:avLst/>
          </a:prstGeom>
        </p:spPr>
      </p:pic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63937566-83AD-A464-D102-6247C9AF5E02}"/>
              </a:ext>
            </a:extLst>
          </p:cNvPr>
          <p:cNvSpPr/>
          <p:nvPr/>
        </p:nvSpPr>
        <p:spPr>
          <a:xfrm rot="16200000">
            <a:off x="3967284" y="1112064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 descr="Immagine che contiene simbolo, emblema, logo, cresta&#10;&#10;Il contenuto generato dall'IA potrebbe non essere corretto.">
            <a:extLst>
              <a:ext uri="{FF2B5EF4-FFF2-40B4-BE49-F238E27FC236}">
                <a16:creationId xmlns:a16="http://schemas.microsoft.com/office/drawing/2014/main" id="{3938D8AD-31E9-B0E8-C6B9-BB57C1BE1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39" y="1863200"/>
            <a:ext cx="1885918" cy="1178015"/>
          </a:xfrm>
          <a:prstGeom prst="rect">
            <a:avLst/>
          </a:prstGeom>
        </p:spPr>
      </p:pic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900AD0EA-042C-E410-1CCD-6AAF04F8FD0E}"/>
              </a:ext>
            </a:extLst>
          </p:cNvPr>
          <p:cNvSpPr/>
          <p:nvPr/>
        </p:nvSpPr>
        <p:spPr>
          <a:xfrm rot="16200000">
            <a:off x="7452441" y="1086016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F343B9D4-717B-4E36-3E01-5A7E814D20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89" b="36806"/>
          <a:stretch>
            <a:fillRect/>
          </a:stretch>
        </p:blipFill>
        <p:spPr>
          <a:xfrm>
            <a:off x="8956371" y="647551"/>
            <a:ext cx="2329673" cy="2497276"/>
          </a:xfrm>
          <a:prstGeom prst="rect">
            <a:avLst/>
          </a:prstGeom>
        </p:spPr>
      </p:pic>
      <p:pic>
        <p:nvPicPr>
          <p:cNvPr id="19" name="Immagine 18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C8A948B-B199-A293-0989-0518C01346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6" b="36666"/>
          <a:stretch>
            <a:fillRect/>
          </a:stretch>
        </p:blipFill>
        <p:spPr>
          <a:xfrm>
            <a:off x="998200" y="3906579"/>
            <a:ext cx="2340136" cy="2452327"/>
          </a:xfrm>
          <a:prstGeom prst="rect">
            <a:avLst/>
          </a:prstGeom>
        </p:spPr>
      </p:pic>
      <p:sp>
        <p:nvSpPr>
          <p:cNvPr id="20" name="Freccia in giù 19">
            <a:extLst>
              <a:ext uri="{FF2B5EF4-FFF2-40B4-BE49-F238E27FC236}">
                <a16:creationId xmlns:a16="http://schemas.microsoft.com/office/drawing/2014/main" id="{A0C575A4-F2A6-4757-E16C-CE5FA4719BE6}"/>
              </a:ext>
            </a:extLst>
          </p:cNvPr>
          <p:cNvSpPr/>
          <p:nvPr/>
        </p:nvSpPr>
        <p:spPr>
          <a:xfrm rot="16200000">
            <a:off x="3967284" y="4312026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2" name="Immagine 21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68138135-32C6-7E72-6880-80A0AA01A2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704" y="4253915"/>
            <a:ext cx="1670589" cy="1670589"/>
          </a:xfrm>
          <a:prstGeom prst="rect">
            <a:avLst/>
          </a:prstGeom>
        </p:spPr>
      </p:pic>
      <p:pic>
        <p:nvPicPr>
          <p:cNvPr id="21" name="Immagine 20" descr="Immagine che contiene simbolo, emblema, logo, cresta&#10;&#10;Il contenuto generato dall'IA potrebbe non essere corretto.">
            <a:extLst>
              <a:ext uri="{FF2B5EF4-FFF2-40B4-BE49-F238E27FC236}">
                <a16:creationId xmlns:a16="http://schemas.microsoft.com/office/drawing/2014/main" id="{8E26A57F-2473-D782-C269-B6937BE79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39" y="5089209"/>
            <a:ext cx="1885918" cy="1178015"/>
          </a:xfrm>
          <a:prstGeom prst="rect">
            <a:avLst/>
          </a:prstGeom>
        </p:spPr>
      </p:pic>
      <p:sp>
        <p:nvSpPr>
          <p:cNvPr id="23" name="Freccia in giù 22">
            <a:extLst>
              <a:ext uri="{FF2B5EF4-FFF2-40B4-BE49-F238E27FC236}">
                <a16:creationId xmlns:a16="http://schemas.microsoft.com/office/drawing/2014/main" id="{3FFCC9D3-78A6-26F7-E1F8-0648476D7EBA}"/>
              </a:ext>
            </a:extLst>
          </p:cNvPr>
          <p:cNvSpPr/>
          <p:nvPr/>
        </p:nvSpPr>
        <p:spPr>
          <a:xfrm rot="16200000">
            <a:off x="7452439" y="4292165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5" name="Immagine 2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8376EA4-C553-5DA5-2CF7-E7D27DB55F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6" b="37501"/>
          <a:stretch>
            <a:fillRect/>
          </a:stretch>
        </p:blipFill>
        <p:spPr>
          <a:xfrm>
            <a:off x="8914135" y="3874882"/>
            <a:ext cx="2414143" cy="251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6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DABF7F-E50C-B367-6A7A-DF83195F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A26DC0F9-9415-6EAD-5353-C27FA85B9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8" name="Segnaposto contenuto 7" descr="Immagine che contiene cartone animato, computer, persona&#10;&#10;Il contenuto generato dall'IA potrebbe non essere corretto.">
            <a:extLst>
              <a:ext uri="{FF2B5EF4-FFF2-40B4-BE49-F238E27FC236}">
                <a16:creationId xmlns:a16="http://schemas.microsoft.com/office/drawing/2014/main" id="{CF459176-8701-F71D-FCEC-F1204D560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824" y="3117850"/>
            <a:ext cx="6572250" cy="4105275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178A211-031D-971C-99BA-ED5091740506}"/>
              </a:ext>
            </a:extLst>
          </p:cNvPr>
          <p:cNvSpPr txBox="1"/>
          <p:nvPr/>
        </p:nvSpPr>
        <p:spPr>
          <a:xfrm>
            <a:off x="3289662" y="482600"/>
            <a:ext cx="8483238" cy="230832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Come funziona?</a:t>
            </a:r>
          </a:p>
        </p:txBody>
      </p:sp>
      <p:pic>
        <p:nvPicPr>
          <p:cNvPr id="12" name="Immagine 11" descr="Immagine che contiene clipart, sorriso, Elementi grafici, Cartoni animati&#10;&#10;Il contenuto generato dall'IA potrebbe non essere corretto.">
            <a:extLst>
              <a:ext uri="{FF2B5EF4-FFF2-40B4-BE49-F238E27FC236}">
                <a16:creationId xmlns:a16="http://schemas.microsoft.com/office/drawing/2014/main" id="{332D49A9-093A-36C6-31F1-E8C9ACC69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8631" y="2463998"/>
            <a:ext cx="4513799" cy="3146228"/>
          </a:xfrm>
          <a:prstGeom prst="rect">
            <a:avLst/>
          </a:prstGeom>
        </p:spPr>
      </p:pic>
      <p:sp>
        <p:nvSpPr>
          <p:cNvPr id="13" name="Fumetto: rettangolo con angoli arrotondati 12">
            <a:extLst>
              <a:ext uri="{FF2B5EF4-FFF2-40B4-BE49-F238E27FC236}">
                <a16:creationId xmlns:a16="http://schemas.microsoft.com/office/drawing/2014/main" id="{43DDA745-6874-176A-4459-13D21E196050}"/>
              </a:ext>
            </a:extLst>
          </p:cNvPr>
          <p:cNvSpPr/>
          <p:nvPr/>
        </p:nvSpPr>
        <p:spPr>
          <a:xfrm>
            <a:off x="3435530" y="373381"/>
            <a:ext cx="8308795" cy="2666589"/>
          </a:xfrm>
          <a:prstGeom prst="wedgeRoundRectCallou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2741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6DEF83-248D-F6AA-C906-1B015EEF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9101A059-D01F-45B2-429B-36358AE62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1BD25CF-7429-5153-6FA2-4D36D52E981A}"/>
              </a:ext>
            </a:extLst>
          </p:cNvPr>
          <p:cNvSpPr txBox="1"/>
          <p:nvPr/>
        </p:nvSpPr>
        <p:spPr>
          <a:xfrm>
            <a:off x="2700197" y="219538"/>
            <a:ext cx="6162674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Funzione di fitness</a:t>
            </a:r>
            <a:endParaRPr kumimoji="0" lang="it-IT" sz="32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1DC3520-D3A8-0EA7-D057-E5AFB3EA01FD}"/>
              </a:ext>
            </a:extLst>
          </p:cNvPr>
          <p:cNvSpPr txBox="1"/>
          <p:nvPr/>
        </p:nvSpPr>
        <p:spPr>
          <a:xfrm>
            <a:off x="2789313" y="765234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Valuta il mazzo</a:t>
            </a:r>
          </a:p>
        </p:txBody>
      </p:sp>
      <p:pic>
        <p:nvPicPr>
          <p:cNvPr id="21" name="Immagine 20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5095720-0B07-C8D3-2E74-7F8BFCC6E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6" b="37501"/>
          <a:stretch>
            <a:fillRect/>
          </a:stretch>
        </p:blipFill>
        <p:spPr>
          <a:xfrm>
            <a:off x="1011324" y="2922382"/>
            <a:ext cx="2414143" cy="2515719"/>
          </a:xfrm>
          <a:prstGeom prst="rect">
            <a:avLst/>
          </a:prstGeom>
        </p:spPr>
      </p:pic>
      <p:pic>
        <p:nvPicPr>
          <p:cNvPr id="23" name="Immagine 22" descr="Immagine che contiene testo, Viso umano,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9ED8481B-212F-6DCC-3972-1ECA821A1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83" b="6684"/>
          <a:stretch>
            <a:fillRect/>
          </a:stretch>
        </p:blipFill>
        <p:spPr>
          <a:xfrm>
            <a:off x="8858176" y="2922381"/>
            <a:ext cx="2414143" cy="2515719"/>
          </a:xfrm>
          <a:prstGeom prst="rect">
            <a:avLst/>
          </a:prstGeom>
        </p:spPr>
      </p:pic>
      <p:pic>
        <p:nvPicPr>
          <p:cNvPr id="26" name="Immagine 25" descr="Immagine che contiene giocattolo, Personaggio immaginario, cartone animato, action figure&#10;&#10;Il contenuto generato dall'IA potrebbe non essere corretto.">
            <a:extLst>
              <a:ext uri="{FF2B5EF4-FFF2-40B4-BE49-F238E27FC236}">
                <a16:creationId xmlns:a16="http://schemas.microsoft.com/office/drawing/2014/main" id="{8052C6AE-4322-5207-8D82-2412447AB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40041" y="3424721"/>
            <a:ext cx="1677600" cy="1488159"/>
          </a:xfrm>
          <a:prstGeom prst="rect">
            <a:avLst/>
          </a:prstGeom>
        </p:spPr>
      </p:pic>
      <p:pic>
        <p:nvPicPr>
          <p:cNvPr id="27" name="Immagine 26" descr="Immagine che contiene giocattolo, Personaggio immaginario, cartone animato, action figure&#10;&#10;Il contenuto generato dall'IA potrebbe non essere corretto.">
            <a:extLst>
              <a:ext uri="{FF2B5EF4-FFF2-40B4-BE49-F238E27FC236}">
                <a16:creationId xmlns:a16="http://schemas.microsoft.com/office/drawing/2014/main" id="{C6957355-F09F-7A32-2FB3-9CB01EDB20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044" y="3447600"/>
            <a:ext cx="1677063" cy="1465280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3EABE67-209E-3B28-E407-76628EBAB380}"/>
              </a:ext>
            </a:extLst>
          </p:cNvPr>
          <p:cNvSpPr txBox="1"/>
          <p:nvPr/>
        </p:nvSpPr>
        <p:spPr>
          <a:xfrm>
            <a:off x="5423859" y="2953885"/>
            <a:ext cx="1244197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3200" dirty="0">
                <a:solidFill>
                  <a:srgbClr val="FEC200"/>
                </a:solidFill>
                <a:latin typeface="You Blockhead" panose="03020502050602020205" pitchFamily="66" charset="0"/>
              </a:rPr>
              <a:t>23.1</a:t>
            </a:r>
          </a:p>
        </p:txBody>
      </p:sp>
      <p:pic>
        <p:nvPicPr>
          <p:cNvPr id="31" name="Immagine 30" descr="Immagine che contiene testo, schermata, giocattol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D41D9EC5-BB26-256D-8675-0CCA3606E6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7" t="35322" r="26042" b="41969"/>
          <a:stretch>
            <a:fillRect/>
          </a:stretch>
        </p:blipFill>
        <p:spPr>
          <a:xfrm>
            <a:off x="4952394" y="4612307"/>
            <a:ext cx="2285248" cy="649620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CDB3C89-2A64-9426-EDDE-A7F73835368D}"/>
              </a:ext>
            </a:extLst>
          </p:cNvPr>
          <p:cNvSpPr txBox="1"/>
          <p:nvPr/>
        </p:nvSpPr>
        <p:spPr>
          <a:xfrm>
            <a:off x="3583082" y="5367457"/>
            <a:ext cx="5023871" cy="76944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Non è un mazzo eccezionale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73EE3D69-18BE-43B5-5F49-0B27C7FB40C7}"/>
              </a:ext>
            </a:extLst>
          </p:cNvPr>
          <p:cNvSpPr/>
          <p:nvPr/>
        </p:nvSpPr>
        <p:spPr>
          <a:xfrm>
            <a:off x="4436791" y="5283993"/>
            <a:ext cx="3275045" cy="950490"/>
          </a:xfrm>
          <a:prstGeom prst="roundRect">
            <a:avLst/>
          </a:prstGeom>
          <a:noFill/>
          <a:ln w="28575">
            <a:solidFill>
              <a:srgbClr val="875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65462B"/>
                </a:solidFill>
              </a:ln>
              <a:solidFill>
                <a:srgbClr val="65462B"/>
              </a:solidFill>
            </a:endParaRP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052560ED-4473-274B-C7F3-EA112DEB3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713" y="3725932"/>
            <a:ext cx="452488" cy="853888"/>
          </a:xfrm>
          <a:prstGeom prst="rect">
            <a:avLst/>
          </a:prstGeom>
        </p:spPr>
      </p:pic>
      <p:pic>
        <p:nvPicPr>
          <p:cNvPr id="20" name="Segnaposto contenuto 19" descr="Immagine che contiene nero, cerchio, bianco e nero, design&#10;&#10;Il contenuto generato dall'IA potrebbe non essere corretto.">
            <a:extLst>
              <a:ext uri="{FF2B5EF4-FFF2-40B4-BE49-F238E27FC236}">
                <a16:creationId xmlns:a16="http://schemas.microsoft.com/office/drawing/2014/main" id="{0510670E-5403-F59D-D4AA-957F120BE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81" y="3429000"/>
            <a:ext cx="4412535" cy="2756236"/>
          </a:xfrm>
        </p:spPr>
      </p:pic>
    </p:spTree>
    <p:extLst>
      <p:ext uri="{BB962C8B-B14F-4D97-AF65-F5344CB8AC3E}">
        <p14:creationId xmlns:p14="http://schemas.microsoft.com/office/powerpoint/2010/main" val="396630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58 0.06319 C -0.00521 0.06319 0.04583 -0.00903 0.04583 -0.09723 C 0.04583 -0.18588 -0.00521 -0.25741 -0.06758 -0.25741 C -0.13047 -0.25741 -0.18099 -0.18588 -0.18099 -0.09723 C -0.18099 -0.00903 -0.1349 0.05277 -0.06471 0.06597 C -0.06719 0.06134 -0.06523 0.06759 -0.06758 0.06319 Z " pathEditMode="relative" rAng="0" ptsTypes="AAAAAA">
                                      <p:cBhvr>
                                        <p:cTn id="6" dur="9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PresentazioneFia-DeckBUilderCR</Template>
  <TotalTime>0</TotalTime>
  <Words>42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You Blockhead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DE CARO</dc:creator>
  <cp:lastModifiedBy>Giovanni De Caro</cp:lastModifiedBy>
  <cp:revision>1</cp:revision>
  <dcterms:created xsi:type="dcterms:W3CDTF">2026-01-27T00:50:46Z</dcterms:created>
  <dcterms:modified xsi:type="dcterms:W3CDTF">2026-01-27T00:53:09Z</dcterms:modified>
</cp:coreProperties>
</file>